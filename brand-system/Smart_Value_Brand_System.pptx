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Value™ — Brand System</dc:title>
  <dc:subject>Visual Identity Guidelines · Version 1.0 · 2026</dc:subject>
  <dc:creator>Smart Value™ AI Solutions</dc:creator>
  <cp:keywords>brand, identity, Smart Value, RGM, FMCG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